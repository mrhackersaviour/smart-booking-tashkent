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DAB66-CFA2-93DA-6AE9-A511C59964CB}" v="633" dt="2025-12-22T22:03:22.214"/>
    <p1510:client id="{FFF47B4D-9F1E-944E-AB02-6FD6BABC2D8A}" v="38" dt="2025-12-22T21:20:3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krubo, Lawrence" userId="S::l.krukrubo@wlv.ac.uk::1f04d6c5-3e04-4bef-9f69-145379cdd270" providerId="AD" clId="Web-{997DAB66-CFA2-93DA-6AE9-A511C59964CB}"/>
    <pc:docChg chg="modSld">
      <pc:chgData name="Krukrubo, Lawrence" userId="S::l.krukrubo@wlv.ac.uk::1f04d6c5-3e04-4bef-9f69-145379cdd270" providerId="AD" clId="Web-{997DAB66-CFA2-93DA-6AE9-A511C59964CB}" dt="2025-12-22T22:03:22.214" v="534" actId="1076"/>
      <pc:docMkLst>
        <pc:docMk/>
      </pc:docMkLst>
      <pc:sldChg chg="addSp modSp">
        <pc:chgData name="Krukrubo, Lawrence" userId="S::l.krukrubo@wlv.ac.uk::1f04d6c5-3e04-4bef-9f69-145379cdd270" providerId="AD" clId="Web-{997DAB66-CFA2-93DA-6AE9-A511C59964CB}" dt="2025-12-22T22:03:22.214" v="534" actId="1076"/>
        <pc:sldMkLst>
          <pc:docMk/>
          <pc:sldMk cId="450016863" sldId="256"/>
        </pc:sldMkLst>
        <pc:spChg chg="add mod">
          <ac:chgData name="Krukrubo, Lawrence" userId="S::l.krukrubo@wlv.ac.uk::1f04d6c5-3e04-4bef-9f69-145379cdd270" providerId="AD" clId="Web-{997DAB66-CFA2-93DA-6AE9-A511C59964CB}" dt="2025-12-22T22:03:22.214" v="534" actId="1076"/>
          <ac:spMkLst>
            <pc:docMk/>
            <pc:sldMk cId="450016863" sldId="256"/>
            <ac:spMk id="2" creationId="{E577AAE8-44D0-1DFD-AEE4-7E34F525B456}"/>
          </ac:spMkLst>
        </pc:spChg>
        <pc:spChg chg="mod">
          <ac:chgData name="Krukrubo, Lawrence" userId="S::l.krukrubo@wlv.ac.uk::1f04d6c5-3e04-4bef-9f69-145379cdd270" providerId="AD" clId="Web-{997DAB66-CFA2-93DA-6AE9-A511C59964CB}" dt="2025-12-22T21:51:42.665" v="483" actId="1076"/>
          <ac:spMkLst>
            <pc:docMk/>
            <pc:sldMk cId="450016863" sldId="256"/>
            <ac:spMk id="4" creationId="{4E8B1D5D-793D-9782-177F-00CAF2311F65}"/>
          </ac:spMkLst>
        </pc:spChg>
        <pc:spChg chg="mod">
          <ac:chgData name="Krukrubo, Lawrence" userId="S::l.krukrubo@wlv.ac.uk::1f04d6c5-3e04-4bef-9f69-145379cdd270" providerId="AD" clId="Web-{997DAB66-CFA2-93DA-6AE9-A511C59964CB}" dt="2025-12-22T21:45:35.273" v="460" actId="20577"/>
          <ac:spMkLst>
            <pc:docMk/>
            <pc:sldMk cId="450016863" sldId="256"/>
            <ac:spMk id="6" creationId="{029CFE50-2DE0-5BAA-CE28-9F575A010ED6}"/>
          </ac:spMkLst>
        </pc:spChg>
      </pc:sldChg>
      <pc:sldChg chg="addSp delSp modSp">
        <pc:chgData name="Krukrubo, Lawrence" userId="S::l.krukrubo@wlv.ac.uk::1f04d6c5-3e04-4bef-9f69-145379cdd270" providerId="AD" clId="Web-{997DAB66-CFA2-93DA-6AE9-A511C59964CB}" dt="2025-12-22T21:57:52.319" v="489" actId="20577"/>
        <pc:sldMkLst>
          <pc:docMk/>
          <pc:sldMk cId="787148654" sldId="257"/>
        </pc:sldMkLst>
        <pc:spChg chg="add del mod">
          <ac:chgData name="Krukrubo, Lawrence" userId="S::l.krukrubo@wlv.ac.uk::1f04d6c5-3e04-4bef-9f69-145379cdd270" providerId="AD" clId="Web-{997DAB66-CFA2-93DA-6AE9-A511C59964CB}" dt="2025-12-22T21:22:42.649" v="5"/>
          <ac:spMkLst>
            <pc:docMk/>
            <pc:sldMk cId="787148654" sldId="257"/>
            <ac:spMk id="2" creationId="{9DAB12CF-6ED7-3DBA-3754-0657A79D1DB3}"/>
          </ac:spMkLst>
        </pc:spChg>
        <pc:spChg chg="add mod">
          <ac:chgData name="Krukrubo, Lawrence" userId="S::l.krukrubo@wlv.ac.uk::1f04d6c5-3e04-4bef-9f69-145379cdd270" providerId="AD" clId="Web-{997DAB66-CFA2-93DA-6AE9-A511C59964CB}" dt="2025-12-22T21:57:19.990" v="488" actId="14100"/>
          <ac:spMkLst>
            <pc:docMk/>
            <pc:sldMk cId="787148654" sldId="257"/>
            <ac:spMk id="4" creationId="{E4B1E069-E568-E3B1-18CB-F3FFBFA830A3}"/>
          </ac:spMkLst>
        </pc:spChg>
        <pc:spChg chg="mod">
          <ac:chgData name="Krukrubo, Lawrence" userId="S::l.krukrubo@wlv.ac.uk::1f04d6c5-3e04-4bef-9f69-145379cdd270" providerId="AD" clId="Web-{997DAB66-CFA2-93DA-6AE9-A511C59964CB}" dt="2025-12-22T21:57:52.319" v="489" actId="20577"/>
          <ac:spMkLst>
            <pc:docMk/>
            <pc:sldMk cId="787148654" sldId="257"/>
            <ac:spMk id="5" creationId="{51549E7E-C0E7-BA24-37B6-117584C53232}"/>
          </ac:spMkLst>
        </pc:spChg>
        <pc:graphicFrameChg chg="add mod modGraphic">
          <ac:chgData name="Krukrubo, Lawrence" userId="S::l.krukrubo@wlv.ac.uk::1f04d6c5-3e04-4bef-9f69-145379cdd270" providerId="AD" clId="Web-{997DAB66-CFA2-93DA-6AE9-A511C59964CB}" dt="2025-12-22T21:42:15.536" v="459"/>
          <ac:graphicFrameMkLst>
            <pc:docMk/>
            <pc:sldMk cId="787148654" sldId="257"/>
            <ac:graphicFrameMk id="3" creationId="{D734D38A-4F61-1811-D65E-58CA5192939D}"/>
          </ac:graphicFrameMkLst>
        </pc:graphicFrameChg>
      </pc:sldChg>
    </pc:docChg>
  </pc:docChgLst>
  <pc:docChgLst>
    <pc:chgData name="Krukrubo, Lawrence" userId="1f04d6c5-3e04-4bef-9f69-145379cdd270" providerId="ADAL" clId="{2E0B7F84-C4B8-5FD4-8CD7-7478691C927E}"/>
    <pc:docChg chg="undo custSel addSld modSld">
      <pc:chgData name="Krukrubo, Lawrence" userId="1f04d6c5-3e04-4bef-9f69-145379cdd270" providerId="ADAL" clId="{2E0B7F84-C4B8-5FD4-8CD7-7478691C927E}" dt="2025-12-22T21:20:38.612" v="210"/>
      <pc:docMkLst>
        <pc:docMk/>
      </pc:docMkLst>
      <pc:sldChg chg="addSp delSp modSp mod">
        <pc:chgData name="Krukrubo, Lawrence" userId="1f04d6c5-3e04-4bef-9f69-145379cdd270" providerId="ADAL" clId="{2E0B7F84-C4B8-5FD4-8CD7-7478691C927E}" dt="2025-12-22T21:11:42.447" v="166" actId="21"/>
        <pc:sldMkLst>
          <pc:docMk/>
          <pc:sldMk cId="450016863" sldId="256"/>
        </pc:sldMkLst>
        <pc:spChg chg="del">
          <ac:chgData name="Krukrubo, Lawrence" userId="1f04d6c5-3e04-4bef-9f69-145379cdd270" providerId="ADAL" clId="{2E0B7F84-C4B8-5FD4-8CD7-7478691C927E}" dt="2025-12-22T20:53:04.110" v="8" actId="478"/>
          <ac:spMkLst>
            <pc:docMk/>
            <pc:sldMk cId="450016863" sldId="256"/>
            <ac:spMk id="2" creationId="{A6C4219F-7FB1-ECB3-CFD0-81980D8939BC}"/>
          </ac:spMkLst>
        </pc:spChg>
        <pc:spChg chg="del">
          <ac:chgData name="Krukrubo, Lawrence" userId="1f04d6c5-3e04-4bef-9f69-145379cdd270" providerId="ADAL" clId="{2E0B7F84-C4B8-5FD4-8CD7-7478691C927E}" dt="2025-12-22T20:53:46.200" v="9" actId="478"/>
          <ac:spMkLst>
            <pc:docMk/>
            <pc:sldMk cId="450016863" sldId="256"/>
            <ac:spMk id="3" creationId="{12C57616-75E6-8307-297B-76A0F097E746}"/>
          </ac:spMkLst>
        </pc:spChg>
        <pc:spChg chg="add mod">
          <ac:chgData name="Krukrubo, Lawrence" userId="1f04d6c5-3e04-4bef-9f69-145379cdd270" providerId="ADAL" clId="{2E0B7F84-C4B8-5FD4-8CD7-7478691C927E}" dt="2025-12-22T21:05:43.318" v="92" actId="1036"/>
          <ac:spMkLst>
            <pc:docMk/>
            <pc:sldMk cId="450016863" sldId="256"/>
            <ac:spMk id="4" creationId="{4E8B1D5D-793D-9782-177F-00CAF2311F65}"/>
          </ac:spMkLst>
        </pc:spChg>
        <pc:spChg chg="add mod">
          <ac:chgData name="Krukrubo, Lawrence" userId="1f04d6c5-3e04-4bef-9f69-145379cdd270" providerId="ADAL" clId="{2E0B7F84-C4B8-5FD4-8CD7-7478691C927E}" dt="2025-12-22T20:57:48.662" v="85" actId="1036"/>
          <ac:spMkLst>
            <pc:docMk/>
            <pc:sldMk cId="450016863" sldId="256"/>
            <ac:spMk id="6" creationId="{029CFE50-2DE0-5BAA-CE28-9F575A010ED6}"/>
          </ac:spMkLst>
        </pc:spChg>
        <pc:spChg chg="add del mod">
          <ac:chgData name="Krukrubo, Lawrence" userId="1f04d6c5-3e04-4bef-9f69-145379cdd270" providerId="ADAL" clId="{2E0B7F84-C4B8-5FD4-8CD7-7478691C927E}" dt="2025-12-22T21:11:42.447" v="166" actId="21"/>
          <ac:spMkLst>
            <pc:docMk/>
            <pc:sldMk cId="450016863" sldId="256"/>
            <ac:spMk id="7" creationId="{942B435B-4F2C-8873-CCC5-0DC9DA631271}"/>
          </ac:spMkLst>
        </pc:spChg>
        <pc:graphicFrameChg chg="add mod">
          <ac:chgData name="Krukrubo, Lawrence" userId="1f04d6c5-3e04-4bef-9f69-145379cdd270" providerId="ADAL" clId="{2E0B7F84-C4B8-5FD4-8CD7-7478691C927E}" dt="2025-12-22T20:54:31.509" v="15" actId="1076"/>
          <ac:graphicFrameMkLst>
            <pc:docMk/>
            <pc:sldMk cId="450016863" sldId="256"/>
            <ac:graphicFrameMk id="5" creationId="{20DCDC08-B795-91DB-B986-31643B05B5F5}"/>
          </ac:graphicFrameMkLst>
        </pc:graphicFrameChg>
      </pc:sldChg>
      <pc:sldChg chg="addSp delSp modSp new mod">
        <pc:chgData name="Krukrubo, Lawrence" userId="1f04d6c5-3e04-4bef-9f69-145379cdd270" providerId="ADAL" clId="{2E0B7F84-C4B8-5FD4-8CD7-7478691C927E}" dt="2025-12-22T21:20:38.612" v="210"/>
        <pc:sldMkLst>
          <pc:docMk/>
          <pc:sldMk cId="787148654" sldId="257"/>
        </pc:sldMkLst>
        <pc:spChg chg="del">
          <ac:chgData name="Krukrubo, Lawrence" userId="1f04d6c5-3e04-4bef-9f69-145379cdd270" providerId="ADAL" clId="{2E0B7F84-C4B8-5FD4-8CD7-7478691C927E}" dt="2025-12-22T21:05:32.922" v="86" actId="478"/>
          <ac:spMkLst>
            <pc:docMk/>
            <pc:sldMk cId="787148654" sldId="257"/>
            <ac:spMk id="2" creationId="{F5CEE89D-BAAC-EB28-E1F8-447FE2AD751B}"/>
          </ac:spMkLst>
        </pc:spChg>
        <pc:spChg chg="del">
          <ac:chgData name="Krukrubo, Lawrence" userId="1f04d6c5-3e04-4bef-9f69-145379cdd270" providerId="ADAL" clId="{2E0B7F84-C4B8-5FD4-8CD7-7478691C927E}" dt="2025-12-22T21:05:36.026" v="87" actId="478"/>
          <ac:spMkLst>
            <pc:docMk/>
            <pc:sldMk cId="787148654" sldId="257"/>
            <ac:spMk id="3" creationId="{6939A1BC-E91D-F67F-7531-B6951B45AD13}"/>
          </ac:spMkLst>
        </pc:spChg>
        <pc:spChg chg="add del mod">
          <ac:chgData name="Krukrubo, Lawrence" userId="1f04d6c5-3e04-4bef-9f69-145379cdd270" providerId="ADAL" clId="{2E0B7F84-C4B8-5FD4-8CD7-7478691C927E}" dt="2025-12-22T21:08:02.706" v="96" actId="21"/>
          <ac:spMkLst>
            <pc:docMk/>
            <pc:sldMk cId="787148654" sldId="257"/>
            <ac:spMk id="4" creationId="{99F1DAF3-C3DB-34BB-CCB4-14848F37DE4D}"/>
          </ac:spMkLst>
        </pc:spChg>
        <pc:spChg chg="add mod">
          <ac:chgData name="Krukrubo, Lawrence" userId="1f04d6c5-3e04-4bef-9f69-145379cdd270" providerId="ADAL" clId="{2E0B7F84-C4B8-5FD4-8CD7-7478691C927E}" dt="2025-12-22T21:19:27.540" v="200" actId="1076"/>
          <ac:spMkLst>
            <pc:docMk/>
            <pc:sldMk cId="787148654" sldId="257"/>
            <ac:spMk id="5" creationId="{51549E7E-C0E7-BA24-37B6-117584C53232}"/>
          </ac:spMkLst>
        </pc:spChg>
        <pc:spChg chg="add del mod">
          <ac:chgData name="Krukrubo, Lawrence" userId="1f04d6c5-3e04-4bef-9f69-145379cdd270" providerId="ADAL" clId="{2E0B7F84-C4B8-5FD4-8CD7-7478691C927E}" dt="2025-12-22T21:19:27.122" v="199" actId="767"/>
          <ac:spMkLst>
            <pc:docMk/>
            <pc:sldMk cId="787148654" sldId="257"/>
            <ac:spMk id="6" creationId="{DE03EB8F-841C-BB5B-28BB-811D324292EA}"/>
          </ac:spMkLst>
        </pc:spChg>
        <pc:spChg chg="add mod">
          <ac:chgData name="Krukrubo, Lawrence" userId="1f04d6c5-3e04-4bef-9f69-145379cdd270" providerId="ADAL" clId="{2E0B7F84-C4B8-5FD4-8CD7-7478691C927E}" dt="2025-12-22T21:14:50.377" v="188"/>
          <ac:spMkLst>
            <pc:docMk/>
            <pc:sldMk cId="787148654" sldId="257"/>
            <ac:spMk id="8" creationId="{CCC403E2-53D8-B765-2ED2-8E9574544BA1}"/>
          </ac:spMkLst>
        </pc:spChg>
        <pc:spChg chg="add del mod">
          <ac:chgData name="Krukrubo, Lawrence" userId="1f04d6c5-3e04-4bef-9f69-145379cdd270" providerId="ADAL" clId="{2E0B7F84-C4B8-5FD4-8CD7-7478691C927E}" dt="2025-12-22T21:19:26.774" v="198" actId="767"/>
          <ac:spMkLst>
            <pc:docMk/>
            <pc:sldMk cId="787148654" sldId="257"/>
            <ac:spMk id="9" creationId="{06FDB745-3AFC-64ED-0FFC-C9A6C83A24F8}"/>
          </ac:spMkLst>
        </pc:spChg>
        <pc:spChg chg="add del mod">
          <ac:chgData name="Krukrubo, Lawrence" userId="1f04d6c5-3e04-4bef-9f69-145379cdd270" providerId="ADAL" clId="{2E0B7F84-C4B8-5FD4-8CD7-7478691C927E}" dt="2025-12-22T21:19:26.063" v="196" actId="767"/>
          <ac:spMkLst>
            <pc:docMk/>
            <pc:sldMk cId="787148654" sldId="257"/>
            <ac:spMk id="10" creationId="{9E726F84-A6DA-632E-6F25-8152F8616834}"/>
          </ac:spMkLst>
        </pc:spChg>
        <pc:spChg chg="add del mod">
          <ac:chgData name="Krukrubo, Lawrence" userId="1f04d6c5-3e04-4bef-9f69-145379cdd270" providerId="ADAL" clId="{2E0B7F84-C4B8-5FD4-8CD7-7478691C927E}" dt="2025-12-22T21:19:42.562" v="203" actId="478"/>
          <ac:spMkLst>
            <pc:docMk/>
            <pc:sldMk cId="787148654" sldId="257"/>
            <ac:spMk id="11" creationId="{A8091489-2230-EF52-0CA6-0F290FDF6267}"/>
          </ac:spMkLst>
        </pc:spChg>
        <pc:spChg chg="add del mod">
          <ac:chgData name="Krukrubo, Lawrence" userId="1f04d6c5-3e04-4bef-9f69-145379cdd270" providerId="ADAL" clId="{2E0B7F84-C4B8-5FD4-8CD7-7478691C927E}" dt="2025-12-22T21:20:29.915" v="207" actId="478"/>
          <ac:spMkLst>
            <pc:docMk/>
            <pc:sldMk cId="787148654" sldId="257"/>
            <ac:spMk id="12" creationId="{45DC6E6F-37A5-59D3-5D55-A9451B24D5F3}"/>
          </ac:spMkLst>
        </pc:spChg>
        <pc:spChg chg="add del mod">
          <ac:chgData name="Krukrubo, Lawrence" userId="1f04d6c5-3e04-4bef-9f69-145379cdd270" providerId="ADAL" clId="{2E0B7F84-C4B8-5FD4-8CD7-7478691C927E}" dt="2025-12-22T21:20:38.612" v="210"/>
          <ac:spMkLst>
            <pc:docMk/>
            <pc:sldMk cId="787148654" sldId="257"/>
            <ac:spMk id="13" creationId="{BE1D14D5-F938-48E6-B841-CB06F37458EC}"/>
          </ac:spMkLst>
        </pc:spChg>
        <pc:graphicFrameChg chg="add mod modGraphic">
          <ac:chgData name="Krukrubo, Lawrence" userId="1f04d6c5-3e04-4bef-9f69-145379cdd270" providerId="ADAL" clId="{2E0B7F84-C4B8-5FD4-8CD7-7478691C927E}" dt="2025-12-22T21:14:48.978" v="185" actId="14100"/>
          <ac:graphicFrameMkLst>
            <pc:docMk/>
            <pc:sldMk cId="787148654" sldId="257"/>
            <ac:graphicFrameMk id="7" creationId="{D2855EC7-6A3B-3330-79E7-C93631968516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B1D5D-793D-9782-177F-00CAF2311F65}"/>
              </a:ext>
            </a:extLst>
          </p:cNvPr>
          <p:cNvSpPr txBox="1"/>
          <p:nvPr/>
        </p:nvSpPr>
        <p:spPr>
          <a:xfrm>
            <a:off x="1947117" y="43544"/>
            <a:ext cx="8297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haroni" panose="02010803020104030203" pitchFamily="2" charset="-79"/>
                <a:cs typeface="Aharoni" panose="02010803020104030203" pitchFamily="2" charset="-79"/>
              </a:rPr>
              <a:t>CONCLUSIVE RISK &amp; SECURITY LOG (MMP)</a:t>
            </a:r>
            <a:endParaRPr lang="en-US" sz="32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9CFE50-2DE0-5BAA-CE28-9F575A010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2830" y="935332"/>
            <a:ext cx="56279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3200" b="1" dirty="0"/>
              <a:t>Part A: Review of Sprint 1 Risks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AAE8-44D0-1DFD-AEE4-7E34F525B456}"/>
              </a:ext>
            </a:extLst>
          </p:cNvPr>
          <p:cNvSpPr txBox="1"/>
          <p:nvPr/>
        </p:nvSpPr>
        <p:spPr>
          <a:xfrm>
            <a:off x="708388" y="5667712"/>
            <a:ext cx="6248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cs typeface="Arial"/>
              </a:rPr>
              <a:t>Student Name: Yoldoshali Esonaliyev (2461947)</a:t>
            </a:r>
          </a:p>
          <a:p>
            <a:r>
              <a:rPr lang="en-US" sz="2000" b="1">
                <a:latin typeface="Arial"/>
                <a:cs typeface="Arial"/>
              </a:rPr>
              <a:t>Role: Project Manager (Secondary: Security Engineer)</a:t>
            </a:r>
          </a:p>
          <a:p>
            <a:r>
              <a:rPr lang="en-US" sz="2000" b="1">
                <a:latin typeface="Arial"/>
                <a:cs typeface="Arial"/>
              </a:rPr>
              <a:t>Group Name: MIX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2DB130-B901-E188-FA32-518B99825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28897"/>
              </p:ext>
            </p:extLst>
          </p:nvPr>
        </p:nvGraphicFramePr>
        <p:xfrm>
          <a:off x="1251858" y="1638345"/>
          <a:ext cx="9644742" cy="3432588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667970">
                  <a:extLst>
                    <a:ext uri="{9D8B030D-6E8A-4147-A177-3AD203B41FA5}">
                      <a16:colId xmlns:a16="http://schemas.microsoft.com/office/drawing/2014/main" val="1686925491"/>
                    </a:ext>
                  </a:extLst>
                </a:gridCol>
                <a:gridCol w="2814271">
                  <a:extLst>
                    <a:ext uri="{9D8B030D-6E8A-4147-A177-3AD203B41FA5}">
                      <a16:colId xmlns:a16="http://schemas.microsoft.com/office/drawing/2014/main" val="2244595703"/>
                    </a:ext>
                  </a:extLst>
                </a:gridCol>
                <a:gridCol w="915755">
                  <a:extLst>
                    <a:ext uri="{9D8B030D-6E8A-4147-A177-3AD203B41FA5}">
                      <a16:colId xmlns:a16="http://schemas.microsoft.com/office/drawing/2014/main" val="465620557"/>
                    </a:ext>
                  </a:extLst>
                </a:gridCol>
                <a:gridCol w="1496478">
                  <a:extLst>
                    <a:ext uri="{9D8B030D-6E8A-4147-A177-3AD203B41FA5}">
                      <a16:colId xmlns:a16="http://schemas.microsoft.com/office/drawing/2014/main" val="1385323335"/>
                    </a:ext>
                  </a:extLst>
                </a:gridCol>
                <a:gridCol w="3750268">
                  <a:extLst>
                    <a:ext uri="{9D8B030D-6E8A-4147-A177-3AD203B41FA5}">
                      <a16:colId xmlns:a16="http://schemas.microsoft.com/office/drawing/2014/main" val="3288786456"/>
                    </a:ext>
                  </a:extLst>
                </a:gridCol>
              </a:tblGrid>
              <a:tr h="955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</a:rPr>
                        <a:t>Ref ID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Original Risk Description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Did it occur? (Y/N)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Status (Closed / Active / Mitigated)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Action Taken / Outcome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60269"/>
                  </a:ext>
                </a:extLst>
              </a:tr>
              <a:tr h="491898">
                <a:tc>
                  <a:txBody>
                    <a:bodyPr/>
                    <a:lstStyle/>
                    <a:p>
                      <a:r>
                        <a:t>R01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Team timezone + coursework overlap compressing coding hours into evenings, causing sprint velocity under-estimation.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Mitigated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Introduced fixed daily stand-up at 20:00 and a mid-sprint Thursday checkpoint. Paired every primary role with a secondary owner so blocked work could be picked up.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327887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R02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Requirements creep from stakeholders pulling scope beyond the MVP target (loyalty, subscriptions, 3D viewer all competing for time).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Ran formal scope-triage (MMP / Post-MMP / Nice-to-have). Moved non-MMP items out of Sprint 2 backlog, kept visible for stakeholders.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34812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Local environment drift — backend Docker cache retaining stale seed.js data after migrations, blocking developers.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Documented `docker compose build --no-cache backend` workaround in CLAUDE.md. Added to onboarding checklist. No recurrence after 10 Feb.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87700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R04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Insecure session-token handling in the legacy auth middleware flagged as non-compliant for the target market.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Mitigated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Rewrote auth middleware with JWT refresh-token rotation. Security-review completed by PM in shadow Security-Engineer role. Carried one hardening ticket to Sprint 3.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07405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R05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Port 80 conflict on local Kali Linux preventing nginx proxy from binding during development.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Workaround: bypass nginx proxy and expose frontend directly on port 3000 during dev. Production compose unaffected.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77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01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B1E069-E568-E3B1-18CB-F3FFBFA830A3}"/>
              </a:ext>
            </a:extLst>
          </p:cNvPr>
          <p:cNvSpPr txBox="1"/>
          <p:nvPr/>
        </p:nvSpPr>
        <p:spPr>
          <a:xfrm>
            <a:off x="1031862" y="109029"/>
            <a:ext cx="108197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/>
              <a:t>Part B: New Risks for Sprint 2 / MMP (Identification)</a:t>
            </a:r>
          </a:p>
          <a:p>
            <a:r>
              <a:rPr lang="en-GB" sz="2000" i="1" dirty="0"/>
              <a:t>Identify new technical or delivery risks specific to the final stage (e.g., Hosting failure, Security vulnerabilities).</a:t>
            </a:r>
            <a:endParaRPr lang="en-GB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C31CE3-2D31-1B08-FA93-12B186824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188961"/>
              </p:ext>
            </p:extLst>
          </p:nvPr>
        </p:nvGraphicFramePr>
        <p:xfrm>
          <a:off x="1031863" y="1374674"/>
          <a:ext cx="10724710" cy="3154423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698966">
                  <a:extLst>
                    <a:ext uri="{9D8B030D-6E8A-4147-A177-3AD203B41FA5}">
                      <a16:colId xmlns:a16="http://schemas.microsoft.com/office/drawing/2014/main" val="2823925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3989923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17609818"/>
                    </a:ext>
                  </a:extLst>
                </a:gridCol>
                <a:gridCol w="1262742">
                  <a:extLst>
                    <a:ext uri="{9D8B030D-6E8A-4147-A177-3AD203B41FA5}">
                      <a16:colId xmlns:a16="http://schemas.microsoft.com/office/drawing/2014/main" val="111760157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954158264"/>
                    </a:ext>
                  </a:extLst>
                </a:gridCol>
                <a:gridCol w="827315">
                  <a:extLst>
                    <a:ext uri="{9D8B030D-6E8A-4147-A177-3AD203B41FA5}">
                      <a16:colId xmlns:a16="http://schemas.microsoft.com/office/drawing/2014/main" val="3674470144"/>
                    </a:ext>
                  </a:extLst>
                </a:gridCol>
                <a:gridCol w="2677887">
                  <a:extLst>
                    <a:ext uri="{9D8B030D-6E8A-4147-A177-3AD203B41FA5}">
                      <a16:colId xmlns:a16="http://schemas.microsoft.com/office/drawing/2014/main" val="4289268344"/>
                    </a:ext>
                  </a:extLst>
                </a:gridCol>
              </a:tblGrid>
              <a:tr h="955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</a:rPr>
                        <a:t>Ref ID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New Risk Category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</a:rPr>
                        <a:t>Risk Description / Threat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</a:rPr>
                        <a:t>Likelihood (1-5)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Impact (1-5)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</a:rPr>
                        <a:t>Score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 dirty="0">
                          <a:solidFill>
                            <a:srgbClr val="1F1F1F"/>
                          </a:solidFill>
                          <a:effectLst/>
                        </a:rPr>
                        <a:t>Mitigation Strategy</a:t>
                      </a:r>
                      <a:endParaRPr lang="en-GB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087046"/>
                  </a:ext>
                </a:extLst>
              </a:tr>
              <a:tr h="505199">
                <a:tc>
                  <a:txBody>
                    <a:bodyPr/>
                    <a:lstStyle/>
                    <a:p>
                      <a:r>
                        <a:t>R06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Payments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Payme / Click local payment gateway integration may fail certification or callback webhook verification, blocking real-money flow.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Build with sandbox credentials first; implement HMAC webhook signature verification; maintain a Stripe test-mode fallback so UI can be demoed even if Uzbek gateways reject.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97891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R07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AI chat endpoint (Anthropic Claude) could leak internal prompts or be abused for prompt-injection from untrusted user input.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Server-side prompt templating only — user input never concatenated into system prompt. Rate-limit per-user. Log and redact PII before sending. Response-content policy filter before returning to client.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97696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R08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Delivery / Scope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i18n (UZ/RU/EN), PWA and real-time WebSocket table availability all competing for Sprint 3 time — risk of partial delivery.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PM to lock Sprint 3 scope to two of the three on Day 1 based on business value. WebSocket prioritised (user-visible). PWA deferred to post-launch if needed.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839572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R09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Infrastructure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Hosting failure or cold-start latency on production — single-region deploy with no load balancing, unable to absorb a traffic spike at launch.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Dockerised stack with `deploy.sh` ready for rapid re-deploy. Pre-launch load test with k6 against staging. Add CDN for static assets. Document rollback procedure.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98474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r>
                        <a:t>R10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Data / Database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`price_per_hour` column absence in schema — using `price_multiplier * basePrice` calculation instead. Risk of pricing mismatch when venues update rates.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Add real `price_per_hour` column in Sprint 3 migration, backfill from existing multiplier. Wrap pricing logic in a single `getEffectivePrice()` service so call-sites do not diverge.</a:t>
                      </a:r>
                    </a:p>
                  </a:txBody>
                  <a:tcPr marL="111919" marR="111919" marT="74613" marB="74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8953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E23BE7-E303-B3D2-F4A6-C1CA06E26EE8}"/>
              </a:ext>
            </a:extLst>
          </p:cNvPr>
          <p:cNvSpPr txBox="1"/>
          <p:nvPr/>
        </p:nvSpPr>
        <p:spPr>
          <a:xfrm>
            <a:off x="914400" y="4674101"/>
            <a:ext cx="109438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Part C: Risk Management Insights</a:t>
            </a:r>
          </a:p>
          <a:p>
            <a:r>
              <a:rPr lang="en-GB" sz="1400" b="1" i="1" dirty="0"/>
              <a:t>Briefly describe how your team handled uncertainty during the project. Did you encounter any "Unknown Unknowns" (risks you didn't plan for)?</a:t>
            </a:r>
            <a:endParaRPr lang="en-GB" sz="1400" b="1" dirty="0"/>
          </a:p>
          <a:p>
            <a:endParaRPr lang="en-US" dirty="0"/>
          </a:p>
          <a:p>
            <a:r>
              <a:t>Our team handled uncertainty through three practices. First, role redundancy — every primary role had a secondary owner, so a blocked ticket never stalled on a single person. Second, visible blockers — we added a Blocked column on the Notion Task Board so impediments surfaced in the daily stand-up instead of being buried in chat. Third, scope triage — rather than trying to absorb stakeholder requests mid-sprint, we labelled each request MMP / Post-MMP / Nice-to-have and only the MMP bucket entered the active sprint.</a:t>
            </a:r>
            <a:br/>
            <a:br/>
            <a:r>
              <a:t>Unknown unknowns we encountered: (1) the AI chat and 3D viewer started in parallel turned out to integrate poorly because both consumed the same backend session context — we paused 3D for 48 hours and brought it back sequentially. (2) The Kali Linux development host held port 80 via a system service that was not obvious from docker-compose, discovered only when the nginx proxy refused to bind — resolved by switching dev traffic to port 3000. (3) The backend Docker cache retained stale seed data silently after migrations; the fix (`--no-cache`) was fast once found but the initial diagnosis took an evening. All three are now documented in CLAUDE.md so they become known risks in future sprints rather than surprises.</a:t>
            </a:r>
          </a:p>
        </p:txBody>
      </p:sp>
    </p:spTree>
    <p:extLst>
      <p:ext uri="{BB962C8B-B14F-4D97-AF65-F5344CB8AC3E}">
        <p14:creationId xmlns:p14="http://schemas.microsoft.com/office/powerpoint/2010/main" val="7871486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11</TotalTime>
  <Words>150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Arial</vt:lpstr>
      <vt:lpstr>Franklin Gothic Book</vt:lpstr>
      <vt:lpstr>Google Sans Text</vt:lpstr>
      <vt:lpstr>Crop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Krukrubo, Lawrence</dc:creator>
  <cp:lastModifiedBy>Krukrubo, Lawrence</cp:lastModifiedBy>
  <cp:revision>7</cp:revision>
  <dcterms:created xsi:type="dcterms:W3CDTF">2025-12-22T20:48:00Z</dcterms:created>
  <dcterms:modified xsi:type="dcterms:W3CDTF">2025-12-24T23:20:51Z</dcterms:modified>
</cp:coreProperties>
</file>